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開場" id="{7f256e43-a31e-5a57-3176-130f8eafe094}">
          <p14:sldIdLst>
            <p14:sldId id="256"/>
            <p14:sldId id="257"/>
          </p14:sldIdLst>
        </p14:section>
        <p14:section name="邀約怎麼運作" id="{a6cdbbf1-252c-286f-4d8a-bda2b1a5b43e}">
          <p14:sldIdLst>
            <p14:sldId id="258"/>
            <p14:sldId id="259"/>
            <p14:sldId id="260"/>
            <p14:sldId id="261"/>
            <p14:sldId id="262"/>
          </p14:sldIdLst>
        </p14:section>
        <p14:section name="火柴與系統的默契" id="{c0b44308-742b-53a7-c44f-9e10a1575de0}">
          <p14:sldIdLst>
            <p14:sldId id="263"/>
            <p14:sldId id="264"/>
            <p14:sldId id="265"/>
          </p14:sldIdLst>
        </p14:section>
        <p14:section name="取消、通知與看得到什麼" id="{b78ab6b2-1231-f471-416f-3064b113d100}">
          <p14:sldIdLst>
            <p14:sldId id="266"/>
            <p14:sldId id="267"/>
            <p14:sldId id="268"/>
          </p14:sldIdLst>
        </p14:section>
        <p14:section name="結尾" id="{d2476887-ec71-a8a9-6538-1eb9f00ed890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開場。說明書大家都看過了，今天只補「說明書沒寫、或寫了但容易誤會」的部分。
重點先講：小火柴不決定任何事，只把大家決定好的事記下來、通知到。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預告三塊內容，約 20–25 分鐘。最後留時間給大家提問。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這是最重要的一個觀念：月曆上的數字是「估價參考」，不是邀約的門票。
沒空的人可能只是休假、手機看得到；你的邀約有可能讓對方重新安排。
野放才是真的回不了訊息，所以才有倒數延後。
唯一硬擋的是「同一天已經確認別的班」，避免兩根火柴搶同一個人。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順位是火柴的判斷，所以系統只先邀「剛好需要的人數」，後面的候補不會被打擾。
倒數的用意是不讓案子卡住，不是淘汰人：時間到了，系統同時多問一位，誰先確認誰拿到。
候補全部用完還沒滿，系統會通知火柴加人（只通知一次）。
人手急的時候用「急件」：一次邀請全部候補。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提醒女孩：按下確認，其他火柴會立刻補位，所以想清楚再按。
婉拒不用理由；取消（答應後反悔）才要選原因。
同一天不會被兩根火柴同時「約滿」：確認一張，其他自動關。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大家本來就會私下談，App 攔不住也不該攔。重點是談好後一步記進來。
直接加入對方不用再按確認，所以不會有「忘了回」的問題。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倒數是「活躍時間」：晚上 22:00 到早上 08:00 不扣。
野放的人邀請時，若在 18:00 前收到，倒數從 18:00 才開始，不會因為在忙而錯過。
急件會用比較多 LINE 訊息，後面會講。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這是常見誤會：火柴不是「不佔位置」。打開「我也出班」，你那天就有班了。
如果點燃時撞到自己已答應別人的班，App 會給三個選項：跟客戶改日期／這天只接洽不出班／取消原本的班（要到最後「送出」才真的取消）。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這些是說明書第 5 章的重點整理。
缺人提醒是系統「機器人」用 LINE 發給火柴的，只提醒不自動改急件，因為順位是火柴的判斷。
候補用完還沒滿，也會通知火柴加人（只通知一次）。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所有變動都在「我的火柴」→ 選案件 →「修改案件」。
代班要找火柴用「替換」，不要自己私下換，這樣月曆、時薪和月報才會對。
每次修改都有紀錄（誰、什麼時候、改了什麼）。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點燃很自由，不一定要等客戶付款；先把人約好，談案更有底氣。但被你邀請的人，是替你空出了一天。
取消不需要火柴同意、沒有懲罰：加入時已經把關過，取消本身就會降低信任，有分寸的夥伴不會輕易這麼做。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先講給大家安心：野放是只有「找你的火柴」看得到，其他人只看到沒空。
時薪其他夥伴看不到，管理者看得到是為了月底報表。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點 LINE 裡的連結會打開小火柴並自動登入。
訊息量接近上限時，非邀請類通知改用網頁推播（第二版）。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收尾，開放提問。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554480"/>
            <a:ext cx="786384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ame-circle"/>
          <p:cNvSpPr/>
          <p:nvPr/>
        </p:nvSpPr>
        <p:spPr>
          <a:xfrm>
            <a:off x="640080" y="73152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" name="flam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950976"/>
            <a:ext cx="310896" cy="384048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155448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賣女孩的小火柴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說明書沒寫的事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31089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視訊說明會補充 ・ 隱藏邏輯與默契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今天講三件事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457200" y="1280160"/>
            <a:ext cx="2560320" cy="265176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icon-circle"/>
          <p:cNvSpPr/>
          <p:nvPr/>
        </p:nvSpPr>
        <p:spPr>
          <a:xfrm>
            <a:off x="640080" y="14630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591056"/>
            <a:ext cx="246888" cy="24688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103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　邀約怎麼運作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69748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沒空還是可以約、順位、同一天多張邀請、倒數時鐘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3291840" y="1280160"/>
            <a:ext cx="2560320" cy="265176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icon-circle"/>
          <p:cNvSpPr/>
          <p:nvPr/>
        </p:nvSpPr>
        <p:spPr>
          <a:xfrm>
            <a:off x="3474720" y="14630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2736" y="1591056"/>
            <a:ext cx="246888" cy="24688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474720" y="2103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　火柴與系統的默契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474720" y="269748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我也出班、系統默默做的事、客戶改了怎麼辦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6126480" y="1280160"/>
            <a:ext cx="2560320" cy="265176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icon-circle"/>
          <p:cNvSpPr/>
          <p:nvPr/>
        </p:nvSpPr>
        <p:spPr>
          <a:xfrm>
            <a:off x="6309360" y="14630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76" y="1591056"/>
            <a:ext cx="246888" cy="24688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09360" y="2103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　取消、通知與看得到什麼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309360" y="269748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取消與婉拒、誰看得到什麼、LINE 的限制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小火柴只是減少彼此動作數的工具，不是規則。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沒空，還是可以約</a:t>
            </a:r>
            <a:endParaRPr lang="en-US" sz="2800" dirty="0"/>
          </a:p>
        </p:txBody>
      </p:sp>
      <p:sp>
        <p:nvSpPr>
          <p:cNvPr id="3" name="quote-card"/>
          <p:cNvSpPr/>
          <p:nvPr/>
        </p:nvSpPr>
        <p:spPr>
          <a:xfrm>
            <a:off x="457200" y="1234440"/>
            <a:ext cx="3017520" cy="3200400"/>
          </a:xfrm>
          <a:prstGeom prst="roundRect">
            <a:avLst>
              <a:gd name="adj" fmla="val 303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463040"/>
            <a:ext cx="2560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搞不好她會因為你的邀約，而變得有空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3749040" y="123444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沒點＝沒空，但邀得到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1527048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月曆的「還能約」只算標了有空的人。沒標的人，一樣在「其他成員」裡，可以加進順位。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749040" y="205740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邀請可能讓對方變有空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749040" y="2350008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對方可能只是忘了填，也可能願意為了你的邀請調整行程。大家本來就會在 LINE 私下談，App 不攔。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749040" y="288036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收到邀請後才改狀態，不影響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749040" y="3172968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她把那天改成沒空或野放，仍然可以確認或婉拒。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749040" y="37033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唯一擋住的：那天已有班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749040" y="3995928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已確認別的案子（或對方是火柴且「我也出班」）的人，顯示灰色，不能選。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順位：先邀剛好的人數，其他人不被打擾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例：需要 2 人，火柴排了 5 位</a:t>
            </a:r>
            <a:endParaRPr lang="en-US" sz="1600" dirty="0"/>
          </a:p>
        </p:txBody>
      </p:sp>
      <p:sp>
        <p:nvSpPr>
          <p:cNvPr id="4" name="rank-1"/>
          <p:cNvSpPr/>
          <p:nvPr/>
        </p:nvSpPr>
        <p:spPr>
          <a:xfrm>
            <a:off x="731520" y="1600200"/>
            <a:ext cx="731520" cy="73152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39572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先收到邀請</a:t>
            </a:r>
            <a:endParaRPr lang="en-US" sz="1400" dirty="0"/>
          </a:p>
        </p:txBody>
      </p:sp>
      <p:sp>
        <p:nvSpPr>
          <p:cNvPr id="7" name="rank-2"/>
          <p:cNvSpPr/>
          <p:nvPr/>
        </p:nvSpPr>
        <p:spPr>
          <a:xfrm>
            <a:off x="2286000" y="1600200"/>
            <a:ext cx="731520" cy="73152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86000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2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2057400" y="239572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先收到邀請</a:t>
            </a:r>
            <a:endParaRPr lang="en-US" sz="1400" dirty="0"/>
          </a:p>
        </p:txBody>
      </p:sp>
      <p:sp>
        <p:nvSpPr>
          <p:cNvPr id="10" name="rank-3"/>
          <p:cNvSpPr/>
          <p:nvPr/>
        </p:nvSpPr>
        <p:spPr>
          <a:xfrm>
            <a:off x="3840480" y="1600200"/>
            <a:ext cx="731520" cy="731520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840480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3"/>
                </a:solidFill>
              </a:rPr>
              <a:t>3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3611880" y="239572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候補，靜靜等</a:t>
            </a:r>
            <a:endParaRPr lang="en-US" sz="1400" dirty="0"/>
          </a:p>
        </p:txBody>
      </p:sp>
      <p:sp>
        <p:nvSpPr>
          <p:cNvPr id="13" name="rank-4"/>
          <p:cNvSpPr/>
          <p:nvPr/>
        </p:nvSpPr>
        <p:spPr>
          <a:xfrm>
            <a:off x="5394960" y="1600200"/>
            <a:ext cx="731520" cy="731520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394960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3"/>
                </a:solidFill>
              </a:rPr>
              <a:t>4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5166360" y="239572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候補，靜靜等</a:t>
            </a:r>
            <a:endParaRPr lang="en-US" sz="1400" dirty="0"/>
          </a:p>
        </p:txBody>
      </p:sp>
      <p:sp>
        <p:nvSpPr>
          <p:cNvPr id="16" name="rank-5"/>
          <p:cNvSpPr/>
          <p:nvPr/>
        </p:nvSpPr>
        <p:spPr>
          <a:xfrm>
            <a:off x="6949440" y="1600200"/>
            <a:ext cx="731520" cy="731520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49440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3"/>
                </a:solidFill>
              </a:rPr>
              <a:t>5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6720840" y="239572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候補，靜靜等</a:t>
            </a:r>
            <a:endParaRPr lang="en-US" sz="1400" dirty="0"/>
          </a:p>
        </p:txBody>
      </p:sp>
      <p:sp>
        <p:nvSpPr>
          <p:cNvPr id="19" name="card"/>
          <p:cNvSpPr/>
          <p:nvPr/>
        </p:nvSpPr>
        <p:spPr>
          <a:xfrm>
            <a:off x="457200" y="3017520"/>
            <a:ext cx="2560320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40080" y="32004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有人婉拒、或倒數結束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35661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系統照順位，自動邀請下一位</a:t>
            </a:r>
            <a:endParaRPr lang="en-US" sz="1400" dirty="0"/>
          </a:p>
        </p:txBody>
      </p:sp>
      <p:sp>
        <p:nvSpPr>
          <p:cNvPr id="22" name="card"/>
          <p:cNvSpPr/>
          <p:nvPr/>
        </p:nvSpPr>
        <p:spPr>
          <a:xfrm>
            <a:off x="3291840" y="3017520"/>
            <a:ext cx="2560320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3474720" y="32004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倒數結束 ≠ 失去機會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3474720" y="35661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原本的人還是可以確認，先確認的先拿到</a:t>
            </a:r>
            <a:endParaRPr lang="en-US" sz="1400" dirty="0"/>
          </a:p>
        </p:txBody>
      </p:sp>
      <p:sp>
        <p:nvSpPr>
          <p:cNvPr id="25" name="card"/>
          <p:cNvSpPr/>
          <p:nvPr/>
        </p:nvSpPr>
        <p:spPr>
          <a:xfrm>
            <a:off x="6126480" y="3017520"/>
            <a:ext cx="2560320" cy="16459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6309360" y="32004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人數額滿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309360" y="35661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還沒回覆的邀請改成「已額滿」，火柴收到通知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同一天，可以同時收到好幾張邀請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457200" y="1280160"/>
            <a:ext cx="2560320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icon-circle"/>
          <p:cNvSpPr/>
          <p:nvPr/>
        </p:nvSpPr>
        <p:spPr>
          <a:xfrm>
            <a:off x="640080" y="14630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591056"/>
            <a:ext cx="246888" cy="24688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103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同一天收到 A、B 兩張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6974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由你自己選，不用兩邊都回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3017520" y="21945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→</a:t>
            </a:r>
            <a:endParaRPr lang="en-US" sz="2400" dirty="0"/>
          </a:p>
        </p:txBody>
      </p:sp>
      <p:sp>
        <p:nvSpPr>
          <p:cNvPr id="9" name="card"/>
          <p:cNvSpPr/>
          <p:nvPr/>
        </p:nvSpPr>
        <p:spPr>
          <a:xfrm>
            <a:off x="3291840" y="1280160"/>
            <a:ext cx="2560320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icon-circle"/>
          <p:cNvSpPr/>
          <p:nvPr/>
        </p:nvSpPr>
        <p:spPr>
          <a:xfrm>
            <a:off x="3474720" y="14630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2736" y="1591056"/>
            <a:ext cx="246888" cy="24688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474720" y="2103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你確認 A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3474720" y="26974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 自動關閉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5852160" y="21945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→</a:t>
            </a:r>
            <a:endParaRPr lang="en-US" sz="2400" dirty="0"/>
          </a:p>
        </p:txBody>
      </p:sp>
      <p:sp>
        <p:nvSpPr>
          <p:cNvPr id="15" name="card"/>
          <p:cNvSpPr/>
          <p:nvPr/>
        </p:nvSpPr>
        <p:spPr>
          <a:xfrm>
            <a:off x="6126480" y="1280160"/>
            <a:ext cx="2560320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icon-circle"/>
          <p:cNvSpPr/>
          <p:nvPr/>
        </p:nvSpPr>
        <p:spPr>
          <a:xfrm>
            <a:off x="6309360" y="14630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76" y="1591056"/>
            <a:ext cx="246888" cy="24688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09360" y="2103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 的火柴立刻補位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6309360" y="26974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系統邀請她的下一位候補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457200" y="3794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做這個 App 的初衷：盡可能排滿每個人的時間。多幾個機會，對女孩是好事。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婉拒不用理由，也不欠任何人解釋；確認之後想反悔，才是「取消」。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已經在 LINE 談好：按「直接加入」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457200" y="1280160"/>
            <a:ext cx="2560320" cy="265176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icon-circle"/>
          <p:cNvSpPr/>
          <p:nvPr/>
        </p:nvSpPr>
        <p:spPr>
          <a:xfrm>
            <a:off x="640080" y="14630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591056"/>
            <a:ext cx="246888" cy="24688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103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一步記進 App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69748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對方不用再回覆，只會收到通知。月曆因此永遠是準的。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3291840" y="1280160"/>
            <a:ext cx="2560320" cy="265176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icon-circle"/>
          <p:cNvSpPr/>
          <p:nvPr/>
        </p:nvSpPr>
        <p:spPr>
          <a:xfrm>
            <a:off x="3474720" y="14630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2736" y="1591056"/>
            <a:ext cx="246888" cy="24688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474720" y="2103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她當天其他邀請自動關閉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474720" y="269748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那些火柴的案子立刻補位，不會有人撞班。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6126480" y="1280160"/>
            <a:ext cx="2560320" cy="265176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icon-circle"/>
          <p:cNvSpPr/>
          <p:nvPr/>
        </p:nvSpPr>
        <p:spPr>
          <a:xfrm>
            <a:off x="6309360" y="14630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76" y="1591056"/>
            <a:ext cx="246888" cy="24688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09360" y="2103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時薪自動帶入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309360" y="269748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帶入你上次和她合作的金額，第一次合作要填一次。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直接加入的人數不能超過需要人數，超過系統會擋下。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倒數時鐘怎麼走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38404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0116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距離出班日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多久後也邀下一位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超過 7 天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12 小時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3–7 天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4 小時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3 天內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 小時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icon-circle"/>
          <p:cNvSpPr/>
          <p:nvPr/>
        </p:nvSpPr>
        <p:spPr>
          <a:xfrm>
            <a:off x="4663440" y="128016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91456" y="1408176"/>
            <a:ext cx="246888" cy="24688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349240" y="123444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22:00 到隔天 08:00 不倒數</a:t>
            </a:r>
            <a:endParaRPr lang="en-US" sz="1400" dirty="0"/>
          </a:p>
        </p:txBody>
      </p:sp>
      <p:sp>
        <p:nvSpPr>
          <p:cNvPr id="7" name="icon-circle"/>
          <p:cNvSpPr/>
          <p:nvPr/>
        </p:nvSpPr>
        <p:spPr>
          <a:xfrm>
            <a:off x="4663440" y="21488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456" y="2276856"/>
            <a:ext cx="246888" cy="246888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5349240" y="210312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對方當天出班或野放：到 18:00 才開始倒數</a:t>
            </a:r>
            <a:endParaRPr lang="en-US" sz="1400" dirty="0"/>
          </a:p>
        </p:txBody>
      </p:sp>
      <p:sp>
        <p:nvSpPr>
          <p:cNvPr id="10" name="icon-circle"/>
          <p:cNvSpPr/>
          <p:nvPr/>
        </p:nvSpPr>
        <p:spPr>
          <a:xfrm>
            <a:off x="4663440" y="30175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1456" y="3145536"/>
            <a:ext cx="246888" cy="24688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5349240" y="297180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等不及？改成「急件」，同時邀請全部候補</a:t>
            </a:r>
            <a:endParaRPr lang="en-US" sz="1400" dirty="0"/>
          </a:p>
        </p:txBody>
      </p:sp>
      <p:sp>
        <p:nvSpPr>
          <p:cNvPr id="13" name="Text 7"/>
          <p:cNvSpPr txBox="1"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倒數只是「同時多問一位」，不是截止。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火柴自己也算一個人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457200" y="1280160"/>
            <a:ext cx="2560320" cy="2468880"/>
          </a:xfrm>
          <a:prstGeom prst="roundRect">
            <a:avLst>
              <a:gd name="adj" fmla="val 37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icon-circle"/>
          <p:cNvSpPr/>
          <p:nvPr/>
        </p:nvSpPr>
        <p:spPr>
          <a:xfrm>
            <a:off x="640080" y="14630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591056"/>
            <a:ext cx="246888" cy="24688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103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人數填「含我」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6974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填 3 人，系統只邀 2 位。火柴自己自動算已確認。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3291840" y="1280160"/>
            <a:ext cx="2560320" cy="2468880"/>
          </a:xfrm>
          <a:prstGeom prst="roundRect">
            <a:avLst>
              <a:gd name="adj" fmla="val 37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icon-circle"/>
          <p:cNvSpPr/>
          <p:nvPr/>
        </p:nvSpPr>
        <p:spPr>
          <a:xfrm>
            <a:off x="3474720" y="14630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2736" y="1591056"/>
            <a:ext cx="246888" cy="24688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474720" y="2103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那天你不能被別人約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474720" y="26974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「我也出班」的那天，你已有班，其他火柴選不了你。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6126480" y="1280160"/>
            <a:ext cx="2560320" cy="2468880"/>
          </a:xfrm>
          <a:prstGeom prst="roundRect">
            <a:avLst>
              <a:gd name="adj" fmla="val 370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icon-circle"/>
          <p:cNvSpPr/>
          <p:nvPr/>
        </p:nvSpPr>
        <p:spPr>
          <a:xfrm>
            <a:off x="6309360" y="14630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76" y="1591056"/>
            <a:ext cx="246888" cy="24688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09360" y="2103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點燃時自動關掉你的其他邀請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309360" y="26974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那些火柴的案子立刻補位。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457200" y="3977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只接洽、不出班？把「我也出班」關掉，你那天仍然有空，還能當別人的女孩。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系統默默在做的事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402336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輪到的候補已有班，直接跳過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或是帳號被暫停的人，都不會被打擾，也不用火柴處理。</a:t>
            </a:r>
            <a:endParaRPr lang="en-US" sz="1400" dirty="0"/>
          </a:p>
        </p:txBody>
      </p:sp>
      <p:sp>
        <p:nvSpPr>
          <p:cNvPr id="6" name="icon-circle"/>
          <p:cNvSpPr/>
          <p:nvPr/>
        </p:nvSpPr>
        <p:spPr>
          <a:xfrm>
            <a:off x="3840480" y="13258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50208" y="1435608"/>
            <a:ext cx="237744" cy="237744"/>
          </a:xfrm>
          <a:prstGeom prst="rect">
            <a:avLst/>
          </a:prstGeom>
        </p:spPr>
      </p:pic>
      <p:sp>
        <p:nvSpPr>
          <p:cNvPr id="8" name="card"/>
          <p:cNvSpPr/>
          <p:nvPr/>
        </p:nvSpPr>
        <p:spPr>
          <a:xfrm>
            <a:off x="4663440" y="1188720"/>
            <a:ext cx="402336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484632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有人取消，立刻補位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846320" y="17373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火柴馬上收到通知，系統同時邀請下一位。</a:t>
            </a:r>
            <a:endParaRPr lang="en-US" sz="1400" dirty="0"/>
          </a:p>
        </p:txBody>
      </p:sp>
      <p:sp>
        <p:nvSpPr>
          <p:cNvPr id="11" name="icon-circle"/>
          <p:cNvSpPr/>
          <p:nvPr/>
        </p:nvSpPr>
        <p:spPr>
          <a:xfrm>
            <a:off x="8046720" y="13258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6448" y="1435608"/>
            <a:ext cx="237744" cy="237744"/>
          </a:xfrm>
          <a:prstGeom prst="rect">
            <a:avLst/>
          </a:prstGeom>
        </p:spPr>
      </p:pic>
      <p:sp>
        <p:nvSpPr>
          <p:cNvPr id="13" name="card"/>
          <p:cNvSpPr/>
          <p:nvPr/>
        </p:nvSpPr>
        <p:spPr>
          <a:xfrm>
            <a:off x="457200" y="2880360"/>
            <a:ext cx="402336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64008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缺人只提醒，不替你決定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640080" y="34290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出班前 3 天內（10:00 起）、前一天 18:00，各提醒一次。提醒附「改成急件」按鈕。</a:t>
            </a:r>
            <a:endParaRPr lang="en-US" sz="1400" dirty="0"/>
          </a:p>
        </p:txBody>
      </p:sp>
      <p:sp>
        <p:nvSpPr>
          <p:cNvPr id="16" name="icon-circle"/>
          <p:cNvSpPr/>
          <p:nvPr/>
        </p:nvSpPr>
        <p:spPr>
          <a:xfrm>
            <a:off x="3840480" y="30175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0208" y="3127248"/>
            <a:ext cx="237744" cy="237744"/>
          </a:xfrm>
          <a:prstGeom prst="rect">
            <a:avLst/>
          </a:prstGeom>
        </p:spPr>
      </p:pic>
      <p:sp>
        <p:nvSpPr>
          <p:cNvPr id="18" name="card"/>
          <p:cNvSpPr/>
          <p:nvPr/>
        </p:nvSpPr>
        <p:spPr>
          <a:xfrm>
            <a:off x="4663440" y="2880360"/>
            <a:ext cx="402336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4"/>
          <p:cNvSpPr txBox="1"/>
          <p:nvPr/>
        </p:nvSpPr>
        <p:spPr>
          <a:xfrm>
            <a:off x="484632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開工時間到就關門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4846320" y="34290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還沒回覆的邀請全部關閉，那天記下「缺幾人出班」，留在月報。</a:t>
            </a:r>
            <a:endParaRPr lang="en-US" sz="1400" dirty="0"/>
          </a:p>
        </p:txBody>
      </p:sp>
      <p:sp>
        <p:nvSpPr>
          <p:cNvPr id="21" name="icon-circle"/>
          <p:cNvSpPr/>
          <p:nvPr/>
        </p:nvSpPr>
        <p:spPr>
          <a:xfrm>
            <a:off x="8046720" y="30175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2" name="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6448" y="3127248"/>
            <a:ext cx="237744" cy="23774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客戶改了，會發生什麼事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67665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改什麼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系統怎麼處理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改時間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已確認的人收到「沒問題／沒辦法」。不回覆＝維持原班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改日期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原班人馬依序優先收到新日期邀請，要重新確認；新日期已有班的人自動跳過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減人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先撤回邀請中的，再釋出順位最後的人（也可以自己選）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代班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按「替換」直接交接：不補位，原本的人也不留取消紀錄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熄滅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邀請全撤回、已確認的人釋出，統一通知「案子取消」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婉拒、取消與信任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4023360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婉拒（還沒答應）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83080"/>
            <a:ext cx="3657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不用理由，不欠任何人解釋。系統自動邀下一位。</a:t>
            </a:r>
            <a:endParaRPr lang="en-US" sz="1400" dirty="0"/>
          </a:p>
        </p:txBody>
      </p:sp>
      <p:sp>
        <p:nvSpPr>
          <p:cNvPr id="6" name="card"/>
          <p:cNvSpPr/>
          <p:nvPr/>
        </p:nvSpPr>
        <p:spPr>
          <a:xfrm>
            <a:off x="4663440" y="1188720"/>
            <a:ext cx="4023360" cy="2103120"/>
          </a:xfrm>
          <a:prstGeom prst="roundRect">
            <a:avLst>
              <a:gd name="adj" fmla="val 4348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84632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取消（答應後反悔）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783080"/>
            <a:ext cx="3657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選一個原因：有更重要的安排，或身體不適。火柴立刻收到通知、系統馬上補位。3 天內取消，畫面會提醒也打給火柴。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每一次熄滅，都代表有人替你空出了一天。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沒有罰則，靠彼此的判斷與分寸。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誰看得到什麼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65836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資料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誰看得到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野放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本人和正在找人的火柴；其他夥伴看到的是「沒空」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時薪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火柴、被邀請的人、管理者（做月報用）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詳細地址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火柴和已確認出班的人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取消原因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那根火柴和管理者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鄰家女孩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沒帳號、不收通知、不算團隊統計；時薪只有火柴和管理者看得到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LINE 的限制，先知道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457200" y="1280160"/>
            <a:ext cx="2560320" cy="265176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icon-circle"/>
          <p:cNvSpPr/>
          <p:nvPr/>
        </p:nvSpPr>
        <p:spPr>
          <a:xfrm>
            <a:off x="640080" y="14630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591056"/>
            <a:ext cx="246888" cy="24688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103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布達訊息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69748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先自己建 LINE 群組，再按「分享布達訊息」選群組傳送。LINE 不允許 App 自動建群。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3291840" y="1280160"/>
            <a:ext cx="2560320" cy="265176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icon-circle"/>
          <p:cNvSpPr/>
          <p:nvPr/>
        </p:nvSpPr>
        <p:spPr>
          <a:xfrm>
            <a:off x="3474720" y="14630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2736" y="1591056"/>
            <a:ext cx="246888" cy="24688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474720" y="2103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只有三種走 LINE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474720" y="269748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邀請、時間變更、缺人提醒。其他通知在 App 的鈴鐺。免費方案每月 200 則。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6126480" y="1280160"/>
            <a:ext cx="2560320" cy="2651760"/>
          </a:xfrm>
          <a:prstGeom prst="roundRect">
            <a:avLst>
              <a:gd name="adj" fmla="val 3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icon-circle"/>
          <p:cNvSpPr/>
          <p:nvPr/>
        </p:nvSpPr>
        <p:spPr>
          <a:xfrm>
            <a:off x="6309360" y="14630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76" y="1591056"/>
            <a:ext cx="246888" cy="24688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09360" y="2103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收不到通知時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309360" y="269748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對方封鎖了官方帳號，火柴會被提醒「請直接聯絡」。急件一次邀全部會用較多則數。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ame-circle"/>
          <p:cNvSpPr/>
          <p:nvPr/>
        </p:nvSpPr>
        <p:spPr>
          <a:xfrm>
            <a:off x="640080" y="73152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" name="flam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950976"/>
            <a:ext cx="310896" cy="384048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155448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小火柴是工具，默契還是大家的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31089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App 只把能自動化的事做好，不擋任何事。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有任何想法或覺得哪裡不順手，隨時告訴 Robert。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uochai">
  <a:themeElements>
    <a:clrScheme name="Huochai">
      <a:dk1>
        <a:srgbClr val="1F1D1B"/>
      </a:dk1>
      <a:lt1>
        <a:srgbClr val="FFFFFF"/>
      </a:lt1>
      <a:dk2>
        <a:srgbClr val="7C2D12"/>
      </a:dk2>
      <a:lt2>
        <a:srgbClr val="F7F5F2"/>
      </a:lt2>
      <a:accent1>
        <a:srgbClr val="C2410C"/>
      </a:accent1>
      <a:accent2>
        <a:srgbClr val="FDE7DA"/>
      </a:accent2>
      <a:accent3>
        <a:srgbClr val="6B645D"/>
      </a:accent3>
      <a:accent4>
        <a:srgbClr val="EDE6BF"/>
      </a:accent4>
      <a:accent5>
        <a:srgbClr val="9A8B32"/>
      </a:accent5>
      <a:accent6>
        <a:srgbClr val="4F4716"/>
      </a:accent6>
      <a:hlink>
        <a:srgbClr val="C2410C"/>
      </a:hlink>
      <a:folHlink>
        <a:srgbClr val="6B645D"/>
      </a:folHlink>
    </a:clrScheme>
    <a:fontScheme name="Huochai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2026-10-29T11:40:59Z</dcterms:created>
  <dcterms:modified xsi:type="dcterms:W3CDTF">2026-10-29T11:40:59Z</dcterms:modified>
</cp:coreProperties>
</file>